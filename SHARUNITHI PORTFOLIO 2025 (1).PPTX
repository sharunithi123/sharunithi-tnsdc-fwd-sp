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70" r:id="rId12"/>
    <p:sldId id="265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02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runithi123/Sharunithi-TNSDC-FWD-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10681335" cy="149399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dirty="0" smtClean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7625" y="2668637"/>
            <a:ext cx="10744200" cy="2476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381000" y="2836813"/>
            <a:ext cx="11123547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STUDENT </a:t>
            </a:r>
            <a:r>
              <a:rPr lang="en-US" sz="2400" b="1" dirty="0" smtClean="0"/>
              <a:t>NAME                            :SHARUNITHI.M</a:t>
            </a:r>
            <a:endParaRPr lang="en-US" sz="2400" b="1" dirty="0"/>
          </a:p>
          <a:p>
            <a:r>
              <a:rPr lang="en-US" sz="2400" b="1" dirty="0"/>
              <a:t>REGISTER NO AND </a:t>
            </a:r>
            <a:r>
              <a:rPr lang="en-US" sz="2400" b="1" dirty="0" smtClean="0"/>
              <a:t>NMID             :24132251802522049 AND</a:t>
            </a:r>
            <a:endParaRPr lang="en-US" sz="2400" b="1" dirty="0"/>
          </a:p>
          <a:p>
            <a:r>
              <a:rPr lang="en-US" sz="2400" b="1" dirty="0" smtClean="0"/>
              <a:t>                                                          asanm225anm22524132251802522049</a:t>
            </a:r>
            <a:endParaRPr lang="en-US" sz="2400" b="1" dirty="0">
              <a:cs typeface="Calibri"/>
            </a:endParaRPr>
          </a:p>
          <a:p>
            <a:r>
              <a:rPr lang="en-US" sz="2400" b="1" dirty="0" smtClean="0"/>
              <a:t>DEPARTMENT                                 :</a:t>
            </a:r>
            <a:r>
              <a:rPr lang="en-US" sz="2400" b="1" dirty="0" err="1" smtClean="0"/>
              <a:t>B.Sc</a:t>
            </a:r>
            <a:r>
              <a:rPr lang="en-US" sz="2400" b="1" dirty="0" smtClean="0"/>
              <a:t> COMPUTER SCIENCE (II YEAR)</a:t>
            </a:r>
            <a:endParaRPr lang="en-US" sz="2400" b="1" dirty="0"/>
          </a:p>
          <a:p>
            <a:r>
              <a:rPr lang="en-US" sz="2400" b="1" dirty="0"/>
              <a:t>COLLEGE: COLLEGE/ </a:t>
            </a:r>
            <a:r>
              <a:rPr lang="en-US" sz="2400" b="1" dirty="0" smtClean="0"/>
              <a:t>UNIVERSITY:GOVERNMENT ARTS AND SCIENCE COLLEGE,</a:t>
            </a:r>
            <a:endParaRPr lang="en-US" sz="2400" b="1" dirty="0"/>
          </a:p>
          <a:p>
            <a:r>
              <a:rPr lang="en-US" sz="2400" b="1" dirty="0"/>
              <a:t>           </a:t>
            </a:r>
            <a:r>
              <a:rPr lang="en-US" sz="2400" b="1" dirty="0" smtClean="0"/>
              <a:t>                                        VANUR,VILLUPURAM DIST./ANNAMALAI UNIVERSITY</a:t>
            </a:r>
            <a:r>
              <a:rPr lang="en-US" sz="2400" dirty="0" smtClean="0"/>
              <a:t>.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3914775" cy="937260"/>
          </a:xfrm>
        </p:spPr>
        <p:txBody>
          <a:bodyPr/>
          <a:lstStyle/>
          <a:p>
            <a:r>
              <a:rPr lang="en-US" b="1" dirty="0" smtClean="0"/>
              <a:t>STUDENT PORTFOLIO-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SHOWCASING SKILLS &amp; AND         ACHEIVEMENTS</a:t>
            </a:r>
            <a:endParaRPr lang="en-US" b="1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76275" y="1555649"/>
            <a:ext cx="5715000" cy="1661993"/>
          </a:xfrm>
        </p:spPr>
        <p:txBody>
          <a:bodyPr/>
          <a:lstStyle/>
          <a:p>
            <a:r>
              <a:rPr lang="en-US" b="1" dirty="0" smtClean="0"/>
              <a:t>STUDENTS FACE CHALLENGES IN EFFECTIVELY SHOWCASING THEIR SKILLS AND ACHEIVEMENTS USING TRADITIONAL RESUMES.A DIGITAL PORTFOLIO SOLVES THIS BY PROVIDING A CREATIVE AND INTERACTIVE PLATFORM TO HIGHLIGHT PERSONAL PROJECTS,TALENTS,AND ACCOMPLISHMENTS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76275" y="1572894"/>
            <a:ext cx="6019800" cy="1938992"/>
          </a:xfrm>
        </p:spPr>
        <p:txBody>
          <a:bodyPr/>
          <a:lstStyle/>
          <a:p>
            <a:r>
              <a:rPr lang="en-US" b="1" dirty="0" smtClean="0"/>
              <a:t>THIS PROJECT IS ABOUT CREATING A STUDENT PORTFOLIO WEBSITE TO SHOWCASE PERSONAL DETAILS,ACADEMIC  ACHEIVEMENTS,SKILLS, AND  PROJECT IN A DIGITAL FORMAT.IT PROVIDES AN INTERACTIVE AND PROFESSIONAL PLATFORM FOR STUDENTS TO PRESENT THEIR TALENTS,MAKING IT USEFUL FOR JOBS,INTERNSHIPS,AND ACADEMIC OPPORTUNITIES.</a:t>
            </a:r>
            <a:endParaRPr lang="en-US" b="1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381000" y="2055394"/>
            <a:ext cx="6553200" cy="1983205"/>
          </a:xfrm>
        </p:spPr>
        <p:txBody>
          <a:bodyPr/>
          <a:lstStyle/>
          <a:p>
            <a:r>
              <a:rPr lang="en-US" b="1" dirty="0" smtClean="0"/>
              <a:t>1.STUDENTS-WHO CREATE AND MAINTAIN THEIR PORTFOLIO</a:t>
            </a:r>
          </a:p>
          <a:p>
            <a:r>
              <a:rPr lang="en-US" b="1" dirty="0" smtClean="0"/>
              <a:t>2.TEACHERS/MENTORS-WHO REVIEW STUDENT ACHEIVEMENTS AND PROGRESS</a:t>
            </a:r>
          </a:p>
          <a:p>
            <a:r>
              <a:rPr lang="en-US" b="1" dirty="0" smtClean="0"/>
              <a:t>3.RECRUITERS/EMPLOYERS-WHO EVALUATE STUDENTS FOR JOBS OR INTERNSHIPS</a:t>
            </a:r>
          </a:p>
          <a:p>
            <a:r>
              <a:rPr lang="en-US" b="1" dirty="0" smtClean="0"/>
              <a:t>4.PEERS/GENERAL PUBLIC-WHO CAN VIEW THE STUDENTS SKILLS AND PROJECTS ONLINE</a:t>
            </a:r>
            <a:endParaRPr lang="en-US" b="1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68" y="1629092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2971800" y="2491104"/>
            <a:ext cx="5562601" cy="1661993"/>
          </a:xfrm>
        </p:spPr>
        <p:txBody>
          <a:bodyPr/>
          <a:lstStyle/>
          <a:p>
            <a:r>
              <a:rPr lang="en-US" b="1" dirty="0" smtClean="0"/>
              <a:t>1.HTML5-FOR </a:t>
            </a:r>
            <a:r>
              <a:rPr lang="en-US" b="1" dirty="0"/>
              <a:t>STRUCTURING WEB PAGES</a:t>
            </a:r>
          </a:p>
          <a:p>
            <a:r>
              <a:rPr lang="en-US" b="1" dirty="0"/>
              <a:t>2.CSS3-FOR STYLING AND LAYOUT DESIGN</a:t>
            </a:r>
          </a:p>
          <a:p>
            <a:r>
              <a:rPr lang="en-US" b="1" dirty="0"/>
              <a:t>3.JAVASCRIPT-FOR </a:t>
            </a:r>
            <a:r>
              <a:rPr lang="en-US" b="1" dirty="0" smtClean="0"/>
              <a:t>INTERACTIVITY AND DYNAMIC CONTENT</a:t>
            </a:r>
          </a:p>
          <a:p>
            <a:r>
              <a:rPr lang="en-US" b="1" dirty="0" smtClean="0"/>
              <a:t>4.VS CODE-AS THE CODE EDITOR</a:t>
            </a:r>
          </a:p>
          <a:p>
            <a:r>
              <a:rPr lang="en-US" b="1" dirty="0" smtClean="0"/>
              <a:t>5.GIT&amp;GITHUB-FOR VERSION CONTROL AND HOSTING</a:t>
            </a:r>
            <a:endParaRPr lang="en-US" b="1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873479"/>
            <a:ext cx="10681335" cy="738664"/>
          </a:xfrm>
        </p:spPr>
        <p:txBody>
          <a:bodyPr/>
          <a:lstStyle/>
          <a:p>
            <a:r>
              <a:rPr lang="en-US" dirty="0" smtClean="0"/>
              <a:t>PORTFOLIO DESIGN AND LAYOUT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923" y="2007424"/>
            <a:ext cx="10972800" cy="1384995"/>
          </a:xfrm>
        </p:spPr>
        <p:txBody>
          <a:bodyPr/>
          <a:lstStyle/>
          <a:p>
            <a:r>
              <a:rPr lang="en-US" b="1" dirty="0" smtClean="0"/>
              <a:t>HOMEPAGE-INTRODUCTION WITH NAME AND TAGLINE</a:t>
            </a:r>
          </a:p>
          <a:p>
            <a:r>
              <a:rPr lang="en-US" b="1" dirty="0" smtClean="0"/>
              <a:t>ABOUT ME-PERSONAL DEATAILS AND ACADEMIC BACKGROUND</a:t>
            </a:r>
          </a:p>
          <a:p>
            <a:r>
              <a:rPr lang="en-US" b="1" dirty="0" smtClean="0"/>
              <a:t>SKILLS-TECHNICAL AND SOFT SKILLS IN A CLEAR FORMAT</a:t>
            </a:r>
          </a:p>
          <a:p>
            <a:r>
              <a:rPr lang="en-US" b="1" dirty="0" smtClean="0"/>
              <a:t>PROJECTS-SHOWCASING WORKS WITH DESCRIPTION AND LINKS</a:t>
            </a:r>
          </a:p>
          <a:p>
            <a:r>
              <a:rPr lang="en-US" b="1" dirty="0" smtClean="0"/>
              <a:t>CONTACT-EMAIL,PHONE AND SOCIAL MEDIA LINKS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3733800" cy="1661993"/>
          </a:xfrm>
        </p:spPr>
        <p:txBody>
          <a:bodyPr/>
          <a:lstStyle/>
          <a:p>
            <a:r>
              <a:rPr lang="en-US" b="1" dirty="0" smtClean="0"/>
              <a:t>1.RESPONSIVE DESIGN</a:t>
            </a:r>
          </a:p>
          <a:p>
            <a:r>
              <a:rPr lang="en-US" b="1" dirty="0" smtClean="0"/>
              <a:t>2.INTERACTIVE NAVIGATION</a:t>
            </a:r>
          </a:p>
          <a:p>
            <a:r>
              <a:rPr lang="en-US" b="1" dirty="0" smtClean="0"/>
              <a:t>3.SKILLS SHOWCASE</a:t>
            </a:r>
          </a:p>
          <a:p>
            <a:r>
              <a:rPr lang="en-US" b="1" dirty="0" smtClean="0"/>
              <a:t>4.PROJECT GALLERY</a:t>
            </a:r>
          </a:p>
          <a:p>
            <a:r>
              <a:rPr lang="en-US" b="1" dirty="0" smtClean="0"/>
              <a:t>5.CONTACT FORM/LINKS</a:t>
            </a:r>
          </a:p>
          <a:p>
            <a:r>
              <a:rPr lang="en-US" b="1" dirty="0" smtClean="0"/>
              <a:t>6.SOCIAL MEDIA INTEGRATION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723333"/>
            <a:ext cx="5634037" cy="43802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276999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>
                <a:hlinkClick r:id="rId2"/>
              </a:rPr>
              <a:t>github.com/sharunithi123/Sharunithi-TNSDC-FWD-SP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110663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5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34753" y="1695450"/>
            <a:ext cx="6400800" cy="1384995"/>
          </a:xfrm>
        </p:spPr>
        <p:txBody>
          <a:bodyPr/>
          <a:lstStyle/>
          <a:p>
            <a:r>
              <a:rPr lang="en-US" b="1" dirty="0" smtClean="0"/>
              <a:t>THIS PROJECT SUCCESFULLY CREATED A STUDENT PORTFOLIO WEBSITE THAT HELPS STUDENTS PRESENT THEIR SKILLS,ACHEIVEMENTS,AND PROJECTS IN A PROFESSIONAL WAY.IT PROVIDES AN EASY AND INTERACTIVE PLATFORM FOR CAREER OPPORTUNITIES,INTERNSHIPS,AND ACADEMIC GROWTH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419</TotalTime>
  <Words>315</Words>
  <Application>Microsoft Office PowerPoint</Application>
  <PresentationFormat>Widescreen</PresentationFormat>
  <Paragraphs>68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Roboto</vt:lpstr>
      <vt:lpstr>Times New Roman</vt:lpstr>
      <vt:lpstr>Trebuchet MS</vt:lpstr>
      <vt:lpstr>Office Theme</vt:lpstr>
      <vt:lpstr>Student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PORTFOLIO DESIGN AND LAYOUT</vt:lpstr>
      <vt:lpstr>FEATURES AND FUNCTIONALITY</vt:lpstr>
      <vt:lpstr>RESULTS AND SCREENSHOTS</vt:lpstr>
      <vt:lpstr>GITHUB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Windows User</cp:lastModifiedBy>
  <cp:revision>37</cp:revision>
  <dcterms:created xsi:type="dcterms:W3CDTF">2024-03-29T15:07:22Z</dcterms:created>
  <dcterms:modified xsi:type="dcterms:W3CDTF">2025-08-30T15:11:48Z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